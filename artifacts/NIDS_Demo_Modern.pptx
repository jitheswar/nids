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an AI-enabled NIDS backend demo.</a:t>
            </a:r>
          </a:p>
          <a:p>
            <a:r>
              <a:t>Set expectation: live, end-to-end verification in 10 to 15 minutes.</a:t>
            </a:r>
          </a:p>
          <a:p>
            <a:r>
              <a:t>Mention that the focus is security controls and observable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slide as the grading checklist.</a:t>
            </a:r>
          </a:p>
          <a:p>
            <a:r>
              <a:t>Tell the evaluator each item will be demonstrated with concrete API evidence.</a:t>
            </a:r>
          </a:p>
          <a:p>
            <a:r>
              <a:t>Signal that outcomes are mapped to live command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scope boundary: these are in-demo capabilities.</a:t>
            </a:r>
          </a:p>
          <a:p>
            <a:r>
              <a:t>State that deeper features exist but are out of current time window.</a:t>
            </a:r>
          </a:p>
          <a:p>
            <a:r>
              <a:t>Transition to architecture next to show how components support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app as the orchestration point between identity, state, and logs.</a:t>
            </a:r>
          </a:p>
          <a:p>
            <a:r>
              <a:t>Highlight private/internal services versus externally exposed surfaces.</a:t>
            </a:r>
          </a:p>
          <a:p>
            <a:r>
              <a:t>Call out that architecture supports zero-trust and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justify principle-of-least-privilege design.</a:t>
            </a:r>
          </a:p>
          <a:p>
            <a:r>
              <a:t>Clarify that role checks are enforced server-side per endpoint.</a:t>
            </a:r>
          </a:p>
          <a:p>
            <a:r>
              <a:t>Tie role outputs to the upcoming /auth/me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that this checklist prevents almost all demo-day failures.</a:t>
            </a:r>
          </a:p>
          <a:p>
            <a:r>
              <a:t>Emphasize two fragile values: DB_USER and Keycloak client secret.</a:t>
            </a:r>
          </a:p>
          <a:p>
            <a:r>
              <a:t>Mention that readiness endpoint is the go/no-go gate before live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quickly through each numbered step and expected output.</a:t>
            </a:r>
          </a:p>
          <a:p>
            <a:r>
              <a:t>Tell evaluator this order minimizes context switching during terminal demo.</a:t>
            </a:r>
          </a:p>
          <a:p>
            <a:r>
              <a:t>Keep this as the roadmap slide to return to if interrupted.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only high-signal commands here to keep attention on the logic.</a:t>
            </a:r>
          </a:p>
          <a:p>
            <a:r>
              <a:t>Mention full script is available in appendix slide and Demo.md.</a:t>
            </a:r>
          </a:p>
          <a:p>
            <a:r>
              <a:t>Pause briefly after login to validate token and identity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connect commands to measurable proof points.</a:t>
            </a:r>
          </a:p>
          <a:p>
            <a:r>
              <a:t>Point out role claim and sensor state change as core correctness checks.</a:t>
            </a:r>
          </a:p>
          <a:p>
            <a:r>
              <a:t>Reinforce that audit trail confirms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'Where is AI?' by pointing to anomaly and risk-score endpoints.</a:t>
            </a:r>
          </a:p>
          <a:p>
            <a:r>
              <a:t>Describe analytics as part of security decision support, not marketing claim.</a:t>
            </a:r>
          </a:p>
          <a:p>
            <a:r>
              <a:t>Mention rotation checks as operational hardening complement.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evaluator you planned failure handling before demo day.</a:t>
            </a:r>
          </a:p>
          <a:p>
            <a:r>
              <a:t>If a failure occurs, use this playbook without losing presentation flow.</a:t>
            </a:r>
          </a:p>
          <a:p>
            <a:r>
              <a:t>Keep remediation short, then return to main timeline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mirrors the complete script from section 6 of Demo.md.</a:t>
            </a:r>
          </a:p>
          <a:p>
            <a:r>
              <a:t>Use this only if you need to recover quickly during live demonstration.</a:t>
            </a:r>
          </a:p>
          <a:p>
            <a:r>
              <a:t>Normal flow should rely on concise command slides plus terminal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AI-Enabled NIDS Backend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Cyber-Modern Classroom Evaluation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4389120" cy="54864"/>
          </a:xfrm>
          <a:prstGeom prst="rect">
            <a:avLst/>
          </a:prstGeom>
          <a:solidFill>
            <a:srgbClr val="00E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303520" cy="34747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30352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Presenter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26517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2000">
                <a:solidFill>
                  <a:srgbClr val="F5F8FF"/>
                </a:solidFill>
                <a:latin typeface="Noto Sans"/>
              </a:defRPr>
            </a:pPr>
            <a:r>
              <a:t>Name: __________________________</a:t>
            </a:r>
          </a:p>
          <a:p>
            <a:pPr>
              <a:defRPr sz="2000">
                <a:solidFill>
                  <a:srgbClr val="F5F8FF"/>
                </a:solidFill>
                <a:latin typeface="Noto Sans"/>
              </a:defRPr>
            </a:pPr>
            <a:r>
              <a:t>Roll No: ________________________</a:t>
            </a:r>
          </a:p>
          <a:p>
            <a:pPr>
              <a:defRPr sz="2000">
                <a:solidFill>
                  <a:srgbClr val="F5F8FF"/>
                </a:solidFill>
                <a:latin typeface="Noto Sans"/>
              </a:defRPr>
            </a:pPr>
            <a:r>
              <a:t>Class/Section: ___________________</a:t>
            </a:r>
          </a:p>
          <a:p>
            <a:pPr>
              <a:defRPr sz="2000">
                <a:solidFill>
                  <a:srgbClr val="F5F8FF"/>
                </a:solidFill>
                <a:latin typeface="Noto Sans"/>
              </a:defRPr>
            </a:pPr>
            <a:r>
              <a:t>Date: __________________________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5440680" cy="34747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406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Demo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5029200" cy="26517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Duration: 10 to 15 minutes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Mode: Live API + terminal workflow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Core focus: Auth, sensors, audit, AI analytics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Target: Clear, defensible security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Demo Goals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What the evaluator should see clearly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66928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56692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5303520" cy="38404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Demonstrate reliable startup and readiness checks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Prove authentication and RBAC with Keycloak-backed JWT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Walk through sensor onboarding lifecycle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Show tamper-aware audit visibility</a:t>
            </a:r>
          </a:p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Show operational security checks and anomaly interfaces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37360"/>
            <a:ext cx="512064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737360"/>
            <a:ext cx="512064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Evaluator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663440" cy="38404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System is healthy and production-shaped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Access control is role enforced, not just login based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Sensor enrollment uses single-use key flow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Critical actions appear in audit logs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Security monitoring endpoints are present and queryable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What Is Being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Core capabilities in this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383280" cy="1965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3832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Identity and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063240" cy="1371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Keycloak login/session flow</a:t>
            </a:r>
          </a:p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JWT claims and role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3383280" cy="1965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828800"/>
            <a:ext cx="33832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Sensor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063240" cy="1371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Create sensor</a:t>
            </a:r>
          </a:p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Enroll with single-use key</a:t>
            </a:r>
          </a:p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Activate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3840480" cy="1965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828800"/>
            <a:ext cx="38404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Audit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331720"/>
            <a:ext cx="3520440" cy="1371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Audit events recorded</a:t>
            </a:r>
          </a:p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Query recent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23360"/>
            <a:ext cx="5029200" cy="2057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023360"/>
            <a:ext cx="502920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Security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4709160" cy="146304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Run rotation health checks</a:t>
            </a:r>
          </a:p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Review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023360"/>
            <a:ext cx="5577840" cy="2057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023360"/>
            <a:ext cx="557784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AI Analytics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26280"/>
            <a:ext cx="5257800" cy="146304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Noto Sans"/>
              </a:defRPr>
            </a:pPr>
            <a:r>
              <a:t>Inspect anomaly and risk-score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FastAPI core with security-first service 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011680"/>
            <a:ext cx="4480560" cy="2560320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5F8FF"/>
                </a:solidFill>
                <a:latin typeface="Noto Sans"/>
              </a:defRPr>
            </a:pPr>
            <a:r>
              <a:t>FastAPI App (:8000)</a:t>
            </a:r>
            <a:br/>
            <a:r>
              <a:t>Auth | Sensors | Security |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2286000" cy="1280160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39"/>
            <a:ext cx="2286000" cy="1280160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User/Swagger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194560" cy="1005840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Keycloak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788920"/>
            <a:ext cx="2194560" cy="1005840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MariaDB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931920"/>
            <a:ext cx="2194560" cy="1005840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5074920"/>
            <a:ext cx="2194560" cy="1005840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5F8FF"/>
                </a:solidFill>
                <a:latin typeface="Noto Sans"/>
              </a:defRPr>
            </a:pPr>
            <a:r>
              <a:t>Loki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77240" y="3017520"/>
            <a:ext cx="228600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77240" y="4572000"/>
            <a:ext cx="228600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2148840"/>
            <a:ext cx="82296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3291840"/>
            <a:ext cx="82296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21040" y="4434840"/>
            <a:ext cx="82296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5577840"/>
            <a:ext cx="822960" cy="0"/>
          </a:xfrm>
          <a:prstGeom prst="line">
            <a:avLst/>
          </a:prstGeom>
          <a:ln w="22860">
            <a:solidFill>
              <a:srgbClr val="00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14476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8C2D9"/>
                </a:solidFill>
                <a:latin typeface="Noto Sans"/>
              </a:defRPr>
            </a:pPr>
            <a:r>
              <a:t>Private network: MariaDB, Redis, Loki, step-ca, Infisical | Frontend network: App, Keycloak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Defense-in-Depth and RBAC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Layered controls and bounded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644652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644652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Security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38404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Layer 1: Keycloak SSO, MFA-ready auth, role validation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Layer 2: Sensor onboarding via single-use enrollment keys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Layer 3: Audit logging to DB and Loki pipeline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Layer 4: Rotation health checks and anomaly endpoints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Layer 5: Optional mTLS + ZTNA enforcement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737360"/>
            <a:ext cx="429768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1737360"/>
            <a:ext cx="42976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Role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48840"/>
            <a:ext cx="3840480" cy="17373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super_admin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security_analyst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auditor</a:t>
            </a:r>
          </a:p>
          <a:p>
            <a:pPr>
              <a:defRPr sz="1700">
                <a:solidFill>
                  <a:srgbClr val="F5F8FF"/>
                </a:solidFill>
                <a:latin typeface="Noto Sans"/>
              </a:defRPr>
            </a:pPr>
            <a:r>
              <a:t>sensor_manager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840480"/>
            <a:ext cx="3840480" cy="21031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300">
                <a:solidFill>
                  <a:srgbClr val="B8C2D9"/>
                </a:solidFill>
                <a:latin typeface="Noto Sans"/>
              </a:defRPr>
            </a:pPr>
            <a:r>
              <a:t>Super admin: full control + rotation checks</a:t>
            </a:r>
          </a:p>
          <a:p>
            <a:pPr>
              <a:defRPr sz="1300">
                <a:solidFill>
                  <a:srgbClr val="B8C2D9"/>
                </a:solidFill>
                <a:latin typeface="Noto Sans"/>
              </a:defRPr>
            </a:pPr>
            <a:r>
              <a:t>Security analyst: anomaly + risk views</a:t>
            </a:r>
          </a:p>
          <a:p>
            <a:pPr>
              <a:defRPr sz="1300">
                <a:solidFill>
                  <a:srgbClr val="B8C2D9"/>
                </a:solidFill>
                <a:latin typeface="Noto Sans"/>
              </a:defRPr>
            </a:pPr>
            <a:r>
              <a:t>Auditor: read audit evidence</a:t>
            </a:r>
          </a:p>
          <a:p>
            <a:pPr>
              <a:defRPr sz="1300">
                <a:solidFill>
                  <a:srgbClr val="B8C2D9"/>
                </a:solidFill>
                <a:latin typeface="Noto Sans"/>
              </a:defRPr>
            </a:pPr>
            <a:r>
              <a:t>Sensor manager: sensor lifecycle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Demo Setup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Pre-demo reliability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760720" cy="4526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576072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Environment and 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440680" cy="38404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Install: Docker, Docker Compose, curl, jq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Copy env: cp .env.example .env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Required: DB_USER=nids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Required: KEYCLOAK_CLIENT_SECRET=change_me_client_secret</a:t>
            </a:r>
          </a:p>
          <a:p>
            <a:pPr>
              <a:defRPr sz="1600">
                <a:solidFill>
                  <a:srgbClr val="F5F8FF"/>
                </a:solidFill>
                <a:latin typeface="Noto Sans"/>
              </a:defRPr>
            </a:pPr>
            <a:r>
              <a:t>Use clean startup before evaluation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37360"/>
            <a:ext cx="5029200" cy="4526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502920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Clean Startup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148840"/>
            <a:ext cx="4663440" cy="38862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2276856"/>
            <a:ext cx="4334255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5F8FF"/>
                </a:solidFill>
                <a:latin typeface="Liberation Mono"/>
              </a:defRPr>
            </a:pPr>
            <a:r>
              <a:t>docker compose down -v</a:t>
            </a:r>
            <a:br/>
            <a:r>
              <a:t>docker compose up -d --build</a:t>
            </a:r>
            <a:br/>
            <a:br/>
            <a:r>
              <a:t>docker compose ps</a:t>
            </a:r>
            <a:br/>
            <a:r>
              <a:t>curl -sS http://localhost:8000/health/ready | jq</a:t>
            </a:r>
            <a:br/>
            <a:br/>
            <a:r>
              <a:t>Open:</a:t>
            </a:r>
            <a:br/>
            <a:r>
              <a:t>http://localhost:8000/docs</a:t>
            </a:r>
            <a:br/>
            <a:r>
              <a:t>http://localhost:8080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Live Demo Flow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Nine steps from readiness to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1. Verify /health/ready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828800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2. POST /auth/login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3. GET /auth/me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9504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4. POST /sensors/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889504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5. POST /sensors/{id}/enroll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889504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6. POST /sensors/activate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50208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7. GET /sensors/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3950208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8. GET /audit/logs?limit=5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950208"/>
            <a:ext cx="3657600" cy="786384"/>
          </a:xfrm>
          <a:prstGeom prst="roundRect">
            <a:avLst/>
          </a:prstGeom>
          <a:solidFill>
            <a:srgbClr val="121A2E"/>
          </a:solidFill>
          <a:ln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Noto Sans"/>
              </a:defRPr>
            </a:pPr>
            <a:r>
              <a:t>9. POST /security/rotation-health/run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54880"/>
            <a:ext cx="11018520" cy="13258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754880"/>
            <a:ext cx="1101852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Narrative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10515600" cy="6400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>
                <a:solidFill>
                  <a:srgbClr val="F5F8FF"/>
                </a:solidFill>
                <a:latin typeface="Noto Sans"/>
              </a:defRPr>
            </a:pPr>
            <a:r>
              <a:t>Authenticate -&gt; Authorize -&gt; Provision -&gt; Activate -&gt; Observe -&gt; Validate Security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Key Command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Concise commands on the main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56816"/>
            <a:ext cx="10643616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F5F8FF"/>
                </a:solidFill>
                <a:latin typeface="Liberation Mono"/>
              </a:defRPr>
            </a:pPr>
            <a:r>
              <a:t>curl -sS http://localhost:8000/health/ready | jq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26080"/>
            <a:ext cx="10972800" cy="14173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054096"/>
            <a:ext cx="1064361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F5F8FF"/>
                </a:solidFill>
                <a:latin typeface="Liberation Mono"/>
              </a:defRPr>
            </a:pPr>
            <a:r>
              <a:t>TOKEN=$(curl -sS -X POST http://localhost:8000/auth/login \</a:t>
            </a:r>
            <a:br/>
            <a:r>
              <a:t>  -H 'Content-Type: application/json' \</a:t>
            </a:r>
            <a:br/>
            <a:r>
              <a:t>  -d '{"username":"admin","password":"Admin@nids2024!"}' | jq -r '.access_token')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26280"/>
            <a:ext cx="10972800" cy="14173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654296"/>
            <a:ext cx="1064361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F5F8FF"/>
                </a:solidFill>
                <a:latin typeface="Liberation Mono"/>
              </a:defRPr>
            </a:pPr>
            <a:r>
              <a:t>curl -sS -X POST http://localhost:8000/sensors/ \</a:t>
            </a:r>
            <a:br/>
            <a:r>
              <a:t>  -H "Authorization: Bearer $TOKEN" \</a:t>
            </a:r>
            <a:br/>
            <a:r>
              <a:t>  -H 'Content-Type: application/json' \</a:t>
            </a:r>
            <a:br/>
            <a:r>
              <a:t>  -d '{"name":"demo-sensor","network_segment":"172.28.10.0/24"}'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Proof of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What successful outputs look like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623560" cy="4526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562356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Validation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257800" cy="384048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GET /auth/me shows role claim: super_admin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Sensor status progression: pending -&gt; active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GET /sensors/ returns updated inventory and totals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GET /audit/logs returns latest event types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POST /security/rotation-health/run returns 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212080" cy="4526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21208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Expected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48840"/>
            <a:ext cx="47548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276856"/>
            <a:ext cx="442569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F5F8FF"/>
                </a:solidFill>
                <a:latin typeface="Liberation Mono"/>
              </a:defRPr>
            </a:pPr>
            <a:r>
              <a:t>"status": "ready"</a:t>
            </a:r>
            <a:br/>
            <a:r>
              <a:t>"roles": ["super_admin"]</a:t>
            </a:r>
            <a:br/>
            <a:r>
              <a:t>"latest_event": "sensor_activated"</a:t>
            </a:r>
            <a:br/>
            <a:r>
              <a:t>"critical": &lt;n&gt;, "warning": &lt;n&gt;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754880" cy="146304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400">
                <a:solidFill>
                  <a:srgbClr val="B8C2D9"/>
                </a:solidFill>
                <a:latin typeface="Noto Sans"/>
              </a:defRPr>
            </a:pPr>
            <a:r>
              <a:t>Evaluator should see evidence, not only claims.</a:t>
            </a:r>
          </a:p>
          <a:p>
            <a:pPr>
              <a:defRPr sz="1400">
                <a:solidFill>
                  <a:srgbClr val="B8C2D9"/>
                </a:solidFill>
                <a:latin typeface="Noto Sans"/>
              </a:defRPr>
            </a:pPr>
            <a:r>
              <a:t>Every key action has matching system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AI and Monitoring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Security analytics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097280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Endpoints to show in Swagger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29968"/>
            <a:ext cx="10607040" cy="6400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57984"/>
            <a:ext cx="10277856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>
                <a:solidFill>
                  <a:srgbClr val="F5F8FF"/>
                </a:solidFill>
                <a:latin typeface="Liberation Mono"/>
              </a:defRPr>
            </a:pPr>
            <a:r>
              <a:t>GET /security/anomalies</a:t>
            </a:r>
            <a:br/>
            <a:r>
              <a:t>GET /security/anomalies/risk-score</a:t>
            </a:r>
            <a:br/>
            <a:r>
              <a:t>POST /security/rotation-health/run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63240"/>
            <a:ext cx="5303520" cy="3154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530352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How to explain AI in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4892040" cy="2514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Anomaly service evaluates event streams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Risk scoring synthesizes weighted signals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Endpoints expose current analytic state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Demonstrates AI-backed security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349240" cy="3154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5349240" cy="3200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200">
                <a:solidFill>
                  <a:srgbClr val="0A1020"/>
                </a:solidFill>
                <a:latin typeface="Noto Sans"/>
              </a:defRPr>
            </a:pPr>
            <a:r>
              <a:t>Monitoring posture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892040" cy="2514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Operational health checks for rotations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Findings classified by severity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Early warning before cert/secret failures</a:t>
            </a:r>
          </a:p>
          <a:p>
            <a:pPr>
              <a:defRPr sz="1500">
                <a:solidFill>
                  <a:srgbClr val="F5F8FF"/>
                </a:solidFill>
                <a:latin typeface="Noto Sans"/>
              </a:defRPr>
            </a:pPr>
            <a:r>
              <a:t>Works with audit trail for incident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Common Issues and Quick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Demo-day recovery playbook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6"/>
            <a:ext cx="3383280" cy="31089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300">
                <a:solidFill>
                  <a:srgbClr val="F5F8FF"/>
                </a:solidFill>
                <a:latin typeface="Noto Sans"/>
              </a:defRPr>
            </a:pPr>
            <a:r>
              <a:t>App not starting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56816"/>
            <a:ext cx="7315200" cy="566928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200">
                <a:solidFill>
                  <a:srgbClr val="B8C2D9"/>
                </a:solidFill>
                <a:latin typeface="Noto Sans"/>
              </a:defRPr>
            </a:pPr>
            <a:r>
              <a:t>Check .env values (DB_USER=nids and Keycloak secret); run clean restart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98648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26664"/>
            <a:ext cx="3383280" cy="31089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300">
                <a:solidFill>
                  <a:srgbClr val="F5F8FF"/>
                </a:solidFill>
                <a:latin typeface="Noto Sans"/>
              </a:defRPr>
            </a:pPr>
            <a:r>
              <a:t>/auth/login returns 423 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026664"/>
            <a:ext cx="7315200" cy="566928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200">
                <a:solidFill>
                  <a:srgbClr val="B8C2D9"/>
                </a:solidFill>
                <a:latin typeface="Noto Sans"/>
              </a:defRPr>
            </a:pPr>
            <a:r>
              <a:t>Clear lockout keys in Redis for admin before login retry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68496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96511"/>
            <a:ext cx="3383280" cy="31089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300">
                <a:solidFill>
                  <a:srgbClr val="F5F8FF"/>
                </a:solidFill>
                <a:latin typeface="Noto Sans"/>
              </a:defRPr>
            </a:pPr>
            <a:r>
              <a:t>Services unhealthy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096511"/>
            <a:ext cx="7315200" cy="566928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200">
                <a:solidFill>
                  <a:srgbClr val="B8C2D9"/>
                </a:solidFill>
                <a:latin typeface="Noto Sans"/>
              </a:defRPr>
            </a:pPr>
            <a:r>
              <a:t>Use compose status and logs for keycloak/mariadb/redis/loki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38344"/>
            <a:ext cx="10972800" cy="960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66359"/>
            <a:ext cx="3383280" cy="31089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300">
                <a:solidFill>
                  <a:srgbClr val="F5F8FF"/>
                </a:solidFill>
                <a:latin typeface="Noto Sans"/>
              </a:defRPr>
            </a:pPr>
            <a:r>
              <a:t>step-ca warning in rotation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5166359"/>
            <a:ext cx="7315200" cy="566928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200">
                <a:solidFill>
                  <a:srgbClr val="B8C2D9"/>
                </a:solidFill>
                <a:latin typeface="Noto Sans"/>
              </a:defRPr>
            </a:pPr>
            <a:r>
              <a:t>Expected if STEP_CA_FINGERPRINT unset and mTLS enrollment not shown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144768"/>
            <a:ext cx="10972800" cy="6400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272783"/>
            <a:ext cx="10643616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>
                <a:solidFill>
                  <a:srgbClr val="F5F8FF"/>
                </a:solidFill>
                <a:latin typeface="Liberation Mono"/>
              </a:defRPr>
            </a:pPr>
            <a:r>
              <a:t>docker compose logs --tail=100 app</a:t>
            </a:r>
            <a:br/>
            <a:r>
              <a:t>docker compose ps</a:t>
            </a:r>
            <a:br/>
            <a:r>
              <a:t>docker compose logs --tail=150 keycloak mariadb redis loki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Noto Sans"/>
              </a:defRPr>
            </a:pPr>
            <a:r>
              <a:t>Appendix: Full Live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2D9"/>
                </a:solidFill>
                <a:latin typeface="Noto Sans"/>
              </a:defRPr>
            </a:pPr>
            <a:r>
              <a:t>Copy/paste fallback from Demo.md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577840" cy="48463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11095"/>
            <a:ext cx="5248655" cy="4590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>
                <a:solidFill>
                  <a:srgbClr val="F5F8FF"/>
                </a:solidFill>
                <a:latin typeface="Liberation Mono"/>
              </a:defRPr>
            </a:pPr>
            <a:r>
              <a:t>cd ~/NIDS</a:t>
            </a:r>
            <a:br/>
            <a:br/>
            <a:r>
              <a:t># 0) Optional safety: clear admin lockout state</a:t>
            </a:r>
            <a:br/>
            <a:r>
              <a:t>source .env</a:t>
            </a:r>
            <a:br/>
            <a:r>
              <a:t>docker exec nids-redis sh -lc \</a:t>
            </a:r>
            <a:br/>
            <a:r>
              <a:t>  "REDISCLI_AUTH='$REDIS_PASSWORD' redis-cli DEL lockout:temp:admin lockout:failures:admin lockout:perm:admin"</a:t>
            </a:r>
            <a:br/>
            <a:br/>
            <a:r>
              <a:t># 1) Show system readiness</a:t>
            </a:r>
            <a:br/>
            <a:r>
              <a:t>curl -sS http://localhost:8000/health/ready | jq</a:t>
            </a:r>
            <a:br/>
            <a:br/>
            <a:r>
              <a:t># 2) Login as seeded admin user from realm import</a:t>
            </a:r>
            <a:br/>
            <a:r>
              <a:t>TOKEN=$(curl -sS -X POST http://localhost:8000/auth/login \</a:t>
            </a:r>
            <a:br/>
            <a:r>
              <a:t>  -H 'Content-Type: application/json' \</a:t>
            </a:r>
            <a:br/>
            <a:r>
              <a:t>  -d '{"username":"admin","password":"Admin@nids2024!"}' | jq -r '.access_token')</a:t>
            </a:r>
            <a:br/>
            <a:br/>
            <a:r>
              <a:t>echo "Token length: ${#TOKEN}"</a:t>
            </a:r>
            <a:br/>
            <a:br/>
            <a:r>
              <a:t># 3) Show identity and RBAC role</a:t>
            </a:r>
            <a:br/>
            <a:r>
              <a:t>curl -sS http://localhost:8000/auth/me \</a:t>
            </a:r>
            <a:br/>
            <a:r>
              <a:t>  -H "Authorization: Bearer $TOKEN" | jq</a:t>
            </a:r>
            <a:br/>
            <a:br/>
            <a:r>
              <a:t># 4) Create a sensor</a:t>
            </a:r>
            <a:br/>
            <a:r>
              <a:t>SENSOR_NAME="demo-sensor-$(date +%s)"</a:t>
            </a:r>
            <a:br/>
            <a:r>
              <a:t>SENSOR=$(curl -sS -X POST http://localhost:8000/sensors/ \</a:t>
            </a:r>
            <a:br/>
            <a:r>
              <a:t>  -H "Authorization: Bearer $TOKEN" \</a:t>
            </a:r>
            <a:br/>
            <a:r>
              <a:t>  -H 'Content-Type: application/json' \</a:t>
            </a:r>
            <a:br/>
            <a:r>
              <a:t>  -d "{\"name\":\"$SENSOR_NAME\",\"network_segment\":\"172.28.10.0/24\"}")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212080" cy="48463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11095"/>
            <a:ext cx="4882896" cy="4590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>
                <a:solidFill>
                  <a:srgbClr val="F5F8FF"/>
                </a:solidFill>
                <a:latin typeface="Liberation Mono"/>
              </a:defRPr>
            </a:pPr>
            <a:r>
              <a:t>echo "$SENSOR" | jq</a:t>
            </a:r>
            <a:br/>
            <a:br/>
            <a:r>
              <a:t>SENSOR_ID=$(echo "$SENSOR" | jq -r '.id')</a:t>
            </a:r>
            <a:br/>
            <a:br/>
            <a:r>
              <a:t># 5) Enroll sensor (single-use API key)</a:t>
            </a:r>
            <a:br/>
            <a:r>
              <a:t>ENROLL=$(curl -sS -X POST http://localhost:8000/sensors/$SENSOR_ID/enroll \</a:t>
            </a:r>
            <a:br/>
            <a:r>
              <a:t>  -H "Authorization: Bearer $TOKEN")</a:t>
            </a:r>
            <a:br/>
            <a:r>
              <a:t>echo "$ENROLL" | jq</a:t>
            </a:r>
            <a:br/>
            <a:br/>
            <a:r>
              <a:t>API_KEY=$(echo "$ENROLL" | jq -r '.api_key')</a:t>
            </a:r>
            <a:br/>
            <a:br/>
            <a:r>
              <a:t># 6) Activate sensor using enrollment key</a:t>
            </a:r>
            <a:br/>
            <a:r>
              <a:t>curl -sS -X POST http://localhost:8000/sensors/activate \</a:t>
            </a:r>
            <a:br/>
            <a:r>
              <a:t>  -H 'Content-Type: application/json' \</a:t>
            </a:r>
            <a:br/>
            <a:r>
              <a:t>  -d "{\"api_key\":\"$API_KEY\"}" | jq</a:t>
            </a:r>
            <a:br/>
            <a:br/>
            <a:r>
              <a:t># 7) Show sensor inventory count</a:t>
            </a:r>
            <a:br/>
            <a:r>
              <a:t>curl -sS http://localhost:8000/sensors/ \</a:t>
            </a:r>
            <a:br/>
            <a:r>
              <a:t>  -H "Authorization: Bearer $TOKEN" | jq '{total, sensors: [.sensors[].status]}'</a:t>
            </a:r>
            <a:br/>
            <a:br/>
            <a:r>
              <a:t># 8) Show recent audit logs</a:t>
            </a:r>
            <a:br/>
            <a:r>
              <a:t>curl -sS "http://localhost:8000/audit/logs?limit=5" \</a:t>
            </a:r>
            <a:br/>
            <a:r>
              <a:t>  -H "Authorization: Bearer $TOKEN" | jq '{total, latest_event: .logs[0].event_type}'</a:t>
            </a:r>
            <a:br/>
            <a:br/>
            <a:r>
              <a:t># 9) Trigger security rotation check</a:t>
            </a:r>
            <a:br/>
            <a:r>
              <a:t>curl -sS -X POST http://localhost:8000/security/rotation-health/run \</a:t>
            </a:r>
            <a:br/>
            <a:r>
              <a:t>  -H "Authorization: Bearer $TOKEN" | jq '{total,critical,warning}'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